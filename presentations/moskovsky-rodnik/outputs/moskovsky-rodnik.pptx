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3a61a5e7de43c8" /><Relationship Type="http://schemas.openxmlformats.org/officeDocument/2006/relationships/extended-properties" Target="/docProps/app.xml" Id="Rfcfb281923654221" /><Relationship Type="http://schemas.openxmlformats.org/officeDocument/2006/relationships/officeDocument" Target="/ppt/presentation.xml" Id="R8265ff6bdedf40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2ab2cffad24c68"/>
  </p:sldMasterIdLst>
  <p:notesMasterIdLst>
    <p:notesMasterId xmlns:r="http://schemas.openxmlformats.org/officeDocument/2006/relationships" r:id="R59d53f0fede5405f"/>
  </p:notesMasterIdLst>
  <p:sldIdLst>
    <p:sldId xmlns:r="http://schemas.openxmlformats.org/officeDocument/2006/relationships" id="256" r:id="R87a7f9afb2514893"/>
    <p:sldId xmlns:r="http://schemas.openxmlformats.org/officeDocument/2006/relationships" id="257" r:id="Rd87240a1cb494a1f"/>
    <p:sldId xmlns:r="http://schemas.openxmlformats.org/officeDocument/2006/relationships" id="258" r:id="Re27a530a10a642f6"/>
    <p:sldId xmlns:r="http://schemas.openxmlformats.org/officeDocument/2006/relationships" id="259" r:id="R08d3f59cdca74167"/>
    <p:sldId xmlns:r="http://schemas.openxmlformats.org/officeDocument/2006/relationships" id="260" r:id="R038d402591b54dd6"/>
    <p:sldId xmlns:r="http://schemas.openxmlformats.org/officeDocument/2006/relationships" id="261" r:id="R659338dd3714421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c9d6af2700e4f9a" /><Relationship Type="http://schemas.openxmlformats.org/officeDocument/2006/relationships/slideMaster" Target="/ppt/slideMasters/slideMaster1.xml" Id="R7b2ab2cffad24c68" /><Relationship Type="http://schemas.openxmlformats.org/officeDocument/2006/relationships/notesMaster" Target="/ppt/notesMasters/notesMaster1.xml" Id="R59d53f0fede5405f" /><Relationship Type="http://schemas.openxmlformats.org/officeDocument/2006/relationships/presProps" Target="/ppt/presProps.xml" Id="R15a1341ab63c4af5" /><Relationship Type="http://schemas.openxmlformats.org/officeDocument/2006/relationships/tableStyles" Target="/ppt/tableStyles.xml" Id="R53e3fa6f67024314" /><Relationship Type="http://schemas.openxmlformats.org/officeDocument/2006/relationships/slide" Target="/ppt/slides/slide1.xml" Id="R87a7f9afb2514893" /><Relationship Type="http://schemas.openxmlformats.org/officeDocument/2006/relationships/slide" Target="/ppt/slides/slide2.xml" Id="Rd87240a1cb494a1f" /><Relationship Type="http://schemas.openxmlformats.org/officeDocument/2006/relationships/slide" Target="/ppt/slides/slide3.xml" Id="Re27a530a10a642f6" /><Relationship Type="http://schemas.openxmlformats.org/officeDocument/2006/relationships/slide" Target="/ppt/slides/slide4.xml" Id="R08d3f59cdca74167" /><Relationship Type="http://schemas.openxmlformats.org/officeDocument/2006/relationships/slide" Target="/ppt/slides/slide5.xml" Id="R038d402591b54dd6" /><Relationship Type="http://schemas.openxmlformats.org/officeDocument/2006/relationships/slide" Target="/ppt/slides/slide6.xml" Id="R659338dd371442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16cbacc986d43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7bb8a12e444929" /><Relationship Type="http://schemas.openxmlformats.org/officeDocument/2006/relationships/notesMaster" Target="/ppt/notesMasters/notesMaster1.xml" Id="Rcab5f54752f241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95e04201ef4e45" /><Relationship Type="http://schemas.openxmlformats.org/officeDocument/2006/relationships/notesMaster" Target="/ppt/notesMasters/notesMaster1.xml" Id="R2b4fb76332ad44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2707b33b7fe41e7" /><Relationship Type="http://schemas.openxmlformats.org/officeDocument/2006/relationships/notesMaster" Target="/ppt/notesMasters/notesMaster1.xml" Id="Rcb2cc230829c470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db3c1b3767048c8" /><Relationship Type="http://schemas.openxmlformats.org/officeDocument/2006/relationships/notesMaster" Target="/ppt/notesMasters/notesMaster1.xml" Id="Rb19528a8028f4a1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e7ec0025f91402a" /><Relationship Type="http://schemas.openxmlformats.org/officeDocument/2006/relationships/notesMaster" Target="/ppt/notesMasters/notesMaster1.xml" Id="R3dd7477de3154c0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c675261e93b403b" /><Relationship Type="http://schemas.openxmlformats.org/officeDocument/2006/relationships/notesMaster" Target="/ppt/notesMasters/notesMaster1.xml" Id="R402a5d49ddb640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Москве есть родники, к которым люди приходят на прогулке или по привычному маршруту. Но понять, что происходит у конкретного источника сейчас, бывает непросто. «Московский родник» соединяет открытые городские данные и наблюдения посетителей. На одной карте собраны двести пятьдесят восемь родников Москвы.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Озвучка: presentations/moskovsky-rodnik/audio/voiceover/slide-01.wav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данных: Снимок открытого набора data.mos.ru № 2454 от 17.04.2026, сохранённый в репозитории.</a:t>
            </a:r>
          </a:p>
          <a:p xmlns:a="http://schemas.openxmlformats.org/drawingml/2006/main">
            <a:r>
              <a:t>Изображение слайда: presentations/moskovsky-rodnik/slides/slide-01.png. Промпт и ограничения: presentations/moskovsky-rodnik/presentation.json.</a:t>
            </a:r>
          </a:p>
          <a:p xmlns:a="http://schemas.openxmlformats.org/drawingml/2006/main">
            <a:r>
              <a:t>Растровый слайд, созданный Gemini. На слайдах 3 и 4 интерфейс вставлен из настоящих снимков приложения. Пилот и обработка противоречий относятся к следующим шагам проекта.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сохранённом снимке открытой базы у шестидесяти девяти родников нет ни одной пробы за всю доступную историю. У восьми координаты в разные годы расходятся больше чем на сто метров. При этом анализ воды не рассказывает, открыт ли подход и течёт ли источник сегодня. Для этого нужны наблюдения на месте.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Озвучка: presentations/moskovsky-rodnik/audio/voiceover/slide-02.wav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данных: Снимок открытого набора data.mos.ru № 2454 от 17.04.2026, сохранённый в репозитории.</a:t>
            </a:r>
          </a:p>
          <a:p xmlns:a="http://schemas.openxmlformats.org/drawingml/2006/main">
            <a:r>
              <a:t>Изображение слайда: presentations/moskovsky-rodnik/slides/slide-02.png. Промпт и ограничения: presentations/moskovsky-rodnik/presentation.json.</a:t>
            </a:r>
          </a:p>
          <a:p xmlns:a="http://schemas.openxmlformats.org/drawingml/2006/main">
            <a:r>
              <a:t>Растровый слайд, созданный Gemini. На слайдах 3 и 4 интерфейс вставлен из настоящих снимков приложения. Пилот и обработка противоречий относятся к следующим шагам проекта.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 выборе родника прямо над маркером раскрывается объёмная карточка. Здесь видны результаты химических анализов, год исследования и история. Рядом находятся отметки о состоянии и фотографии. При отдалении карты конструкция складывается. Интерфейс уже работает, а демонстрационные отзывы и изображения явно подписаны как образцы.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Озвучка: presentations/moskovsky-rodnik/audio/voiceover/slide-03.wav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данных: Снимок открытого набора data.mos.ru № 2454 от 17.04.2026, сохранённый в репозитории.</a:t>
            </a:r>
          </a:p>
          <a:p xmlns:a="http://schemas.openxmlformats.org/drawingml/2006/main">
            <a:r>
              <a:t>Изображение слайда: presentations/moskovsky-rodnik/slides/slide-03.png. Промпт и ограничения: presentations/moskovsky-rodnik/presentation.json.</a:t>
            </a:r>
          </a:p>
          <a:p xmlns:a="http://schemas.openxmlformats.org/drawingml/2006/main">
            <a:r>
              <a:t>Растровый слайд, созданный Gemini. На слайдах 3 и 4 интерфейс вставлен из настоящих снимков приложения. Пилот и обработка противоречий относятся к следующим шагам проекта.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Посетитель может отметить, течёт ли вода, доступен ли подход и что происходит вокруг родника. К отметке можно прикрепить фотографию и комментарий. Дата и автор сохраняются вместе с наблюдением. Вход не требует отдельной регистрации, поэтому поделиться увиденным можно прямо во время прогулки.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Озвучка: presentations/moskovsky-rodnik/audio/voiceover/slide-04.wav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данных: Снимок открытого набора data.mos.ru № 2454 от 17.04.2026, сохранённый в репозитории.</a:t>
            </a:r>
          </a:p>
          <a:p xmlns:a="http://schemas.openxmlformats.org/drawingml/2006/main">
            <a:r>
              <a:t>Изображение слайда: presentations/moskovsky-rodnik/slides/slide-04.png. Промпт и ограничения: presentations/moskovsky-rodnik/presentation.json.</a:t>
            </a:r>
          </a:p>
          <a:p xmlns:a="http://schemas.openxmlformats.org/drawingml/2006/main">
            <a:r>
              <a:t>Растровый слайд, созданный Gemini. На слайдах 3 и 4 интерфейс вставлен из настоящих снимков приложения. Пилот и обработка противоречий относятся к следующим шагам проекта.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Официальный анализ и впечатление посетителя отвечают на разные вопросы. Поэтому приложение показывает их раздельно и сохраняет давность данных. В открытом наборе есть химические показатели, но нет микробиологических. Наблюдения не заменяют исследование воды. Образцы помечены явно и не входят в статистику реального участия жителей.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Озвучка: presentations/moskovsky-rodnik/audio/voiceover/slide-05.wav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данных: Снимок открытого набора data.mos.ru № 2454 от 17.04.2026, сохранённый в репозитории.</a:t>
            </a:r>
          </a:p>
          <a:p xmlns:a="http://schemas.openxmlformats.org/drawingml/2006/main">
            <a:r>
              <a:t>Изображение слайда: presentations/moskovsky-rodnik/slides/slide-05.png. Промпт и ограничения: presentations/moskovsky-rodnik/presentation.json.</a:t>
            </a:r>
          </a:p>
          <a:p xmlns:a="http://schemas.openxmlformats.org/drawingml/2006/main">
            <a:r>
              <a:t>Растровый слайд, созданный Gemini. На слайдах 3 и 4 интерфейс вставлен из настоящих снимков приложения. Пилот и обработка противоречий относятся к следующим шагам проекта.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Жители получают понятную информацию о знакомом роднике. Для городских специалистов накопленные наблюдения могут стать дополнительным материалом при планировании проверок. Следующий шаг проекта — пилот с жителями и экологами: собрать реальные сообщения, улучшить работу с противоречиями и проверить полезность этих сигналов. Рабочий прототип для такого пилота уже подготовлен.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Озвучка: presentations/moskovsky-rodnik/audio/voiceover/slide-06.wav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данных: Снимок открытого набора data.mos.ru № 2454 от 17.04.2026, сохранённый в репозитории.</a:t>
            </a:r>
          </a:p>
          <a:p xmlns:a="http://schemas.openxmlformats.org/drawingml/2006/main">
            <a:r>
              <a:t>Изображение слайда: presentations/moskovsky-rodnik/slides/slide-06.png. Промпт и ограничения: presentations/moskovsky-rodnik/presentation.json.</a:t>
            </a:r>
          </a:p>
          <a:p xmlns:a="http://schemas.openxmlformats.org/drawingml/2006/main">
            <a:r>
              <a:t>Растровый слайд, созданный Gemini. На слайдах 3 и 4 интерфейс вставлен из настоящих снимков приложения. Пилот и обработка противоречий относятся к следующим шагам проекта.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a1234a81b449d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05298bd8704fc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a0473d78c044d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7bb04d06c54e1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795d7bf3bd4bc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f8da6b034f49d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53ABD45-2B3B-4BD9-AC1E-C593FC2625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B7C8258-D520-426E-8741-DB89EB7265A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BFBFDB3-2255-4536-9377-C6F824A573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CF83490-5B07-44FA-8838-2100579D41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AE41E3A-A1C6-4D92-BA7C-93016C4920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F5ED9BD-42D2-4E6E-826C-28C0A211E4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10320A9-3F42-48F1-845C-7C470C4A24B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5BBF51F-E49E-41F2-B5F9-A1C19A8F0AE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CAC4E7A-FF05-4A0E-9ADB-962AD316DC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6FC534D-EBE4-4F63-B4B8-F905AB2303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066b3f4e0e943eb" /><Relationship Type="http://schemas.openxmlformats.org/officeDocument/2006/relationships/slideLayout" Target="/ppt/slideLayouts/slideLayout1.xml" Id="R091db00b7a8143ce" /><Relationship Type="http://schemas.openxmlformats.org/officeDocument/2006/relationships/slideLayout" Target="/ppt/slideLayouts/slideLayout2.xml" Id="R7c01be1defa048ee" /><Relationship Type="http://schemas.openxmlformats.org/officeDocument/2006/relationships/slideLayout" Target="/ppt/slideLayouts/slideLayout3.xml" Id="R9e52fe218ce84968" /><Relationship Type="http://schemas.openxmlformats.org/officeDocument/2006/relationships/slideLayout" Target="/ppt/slideLayouts/slideLayout4.xml" Id="R79bcf71321ca4829" /><Relationship Type="http://schemas.openxmlformats.org/officeDocument/2006/relationships/slideLayout" Target="/ppt/slideLayouts/slideLayout5.xml" Id="Rbd594f0e7f7b40d7" /><Relationship Type="http://schemas.openxmlformats.org/officeDocument/2006/relationships/slideLayout" Target="/ppt/slideLayouts/slideLayout6.xml" Id="R6e17b77a1fae40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1db00b7a8143ce"/>
    <p:sldLayoutId xmlns:r="http://schemas.openxmlformats.org/officeDocument/2006/relationships" id="2147483650" r:id="R7c01be1defa048ee"/>
    <p:sldLayoutId xmlns:r="http://schemas.openxmlformats.org/officeDocument/2006/relationships" id="2147483651" r:id="R9e52fe218ce84968"/>
    <p:sldLayoutId xmlns:r="http://schemas.openxmlformats.org/officeDocument/2006/relationships" id="2147483652" r:id="R79bcf71321ca4829"/>
    <p:sldLayoutId xmlns:r="http://schemas.openxmlformats.org/officeDocument/2006/relationships" id="2147483653" r:id="Rbd594f0e7f7b40d7"/>
    <p:sldLayoutId xmlns:r="http://schemas.openxmlformats.org/officeDocument/2006/relationships" id="2147483654" r:id="R6e17b77a1fae40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d5b39c0d394c98" /><Relationship Type="http://schemas.openxmlformats.org/officeDocument/2006/relationships/image" Target="/ppt/media/image.png" Id="R624e99ccbc224c27" /><Relationship Type="http://schemas.openxmlformats.org/officeDocument/2006/relationships/notesSlide" Target="/ppt/notesSlides/notesSlide1.xml" Id="Ra7dc3f2c6c4f4e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0a9b315df34b4e" /><Relationship Type="http://schemas.openxmlformats.org/officeDocument/2006/relationships/image" Target="/ppt/media/image2.png" Id="Rccf34f9dd7c244c6" /><Relationship Type="http://schemas.openxmlformats.org/officeDocument/2006/relationships/notesSlide" Target="/ppt/notesSlides/notesSlide2.xml" Id="Rfbcb2304736e48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1c2e0f36e94671" /><Relationship Type="http://schemas.openxmlformats.org/officeDocument/2006/relationships/image" Target="/ppt/media/image3.png" Id="Rb584ef7ea64147ee" /><Relationship Type="http://schemas.openxmlformats.org/officeDocument/2006/relationships/notesSlide" Target="/ppt/notesSlides/notesSlide3.xml" Id="R700d13217c05477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2bb61e543f4c83" /><Relationship Type="http://schemas.openxmlformats.org/officeDocument/2006/relationships/image" Target="/ppt/media/image4.png" Id="Rbbbebc7e86494f25" /><Relationship Type="http://schemas.openxmlformats.org/officeDocument/2006/relationships/notesSlide" Target="/ppt/notesSlides/notesSlide4.xml" Id="R1be22b4806e24e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cb5f8e102148ad" /><Relationship Type="http://schemas.openxmlformats.org/officeDocument/2006/relationships/image" Target="/ppt/media/image5.png" Id="R1d84a638e8a243a5" /><Relationship Type="http://schemas.openxmlformats.org/officeDocument/2006/relationships/notesSlide" Target="/ppt/notesSlides/notesSlide5.xml" Id="R6ce6dfc67b2e413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8086b787cd42e1" /><Relationship Type="http://schemas.openxmlformats.org/officeDocument/2006/relationships/image" Target="/ppt/media/image6.png" Id="R2fd5a980730046ef" /><Relationship Type="http://schemas.openxmlformats.org/officeDocument/2006/relationships/notesSlide" Target="/ppt/notesSlides/notesSlide6.xml" Id="Rff66fc5f23ec479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ED5361-9C64-4047-9738-2175899E67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4e99ccbc224c27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74896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D0649F-ADAA-410F-8390-91D4EA940E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f34f9dd7c244c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60885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4DC23B-10F5-49A1-ADCB-B0235CD65D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84ef7ea64147ee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91389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0E83FC-3FEA-4B49-99D8-21F6DFC3CB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bebc7e86494f25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6196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5D74B9-0FD2-4C3D-8D18-A7C0C896E7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84a638e8a243a5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40882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500EEA-420C-4732-AF7E-74CCB20306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d5a980730046e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0390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2026-10-29T19:45:23.0980000Z</dcterms:created>
  <dcterms:modified xsi:type="dcterms:W3CDTF">2026-10-29T19:45:23.0980000Z</dcterms:modified>
</coreProperties>
</file>