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c2daa835b4210" /><Relationship Type="http://schemas.openxmlformats.org/officeDocument/2006/relationships/extended-properties" Target="/docProps/app.xml" Id="Rd1b536a02930487d" /><Relationship Type="http://schemas.openxmlformats.org/officeDocument/2006/relationships/officeDocument" Target="/ppt/presentation.xml" Id="R064c5ff70d204a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40766ea8314766"/>
  </p:sldMasterIdLst>
  <p:notesMasterIdLst>
    <p:notesMasterId xmlns:r="http://schemas.openxmlformats.org/officeDocument/2006/relationships" r:id="R119618dc92714e6f"/>
  </p:notesMasterIdLst>
  <p:sldIdLst>
    <p:sldId xmlns:r="http://schemas.openxmlformats.org/officeDocument/2006/relationships" id="256" r:id="Rd9e07e8fa1244a74"/>
    <p:sldId xmlns:r="http://schemas.openxmlformats.org/officeDocument/2006/relationships" id="257" r:id="Rbfee9d6fcb09430c"/>
    <p:sldId xmlns:r="http://schemas.openxmlformats.org/officeDocument/2006/relationships" id="258" r:id="Re6f7653339a9491d"/>
    <p:sldId xmlns:r="http://schemas.openxmlformats.org/officeDocument/2006/relationships" id="259" r:id="Rbc4cfa03c9a5411f"/>
    <p:sldId xmlns:r="http://schemas.openxmlformats.org/officeDocument/2006/relationships" id="260" r:id="Rc9a2e16242214660"/>
    <p:sldId xmlns:r="http://schemas.openxmlformats.org/officeDocument/2006/relationships" id="261" r:id="R2ff9bb1a603d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5d70283494ed8" /><Relationship Type="http://schemas.openxmlformats.org/officeDocument/2006/relationships/slideMaster" Target="/ppt/slideMasters/slideMaster1.xml" Id="Rb440766ea8314766" /><Relationship Type="http://schemas.openxmlformats.org/officeDocument/2006/relationships/notesMaster" Target="/ppt/notesMasters/notesMaster1.xml" Id="R119618dc92714e6f" /><Relationship Type="http://schemas.openxmlformats.org/officeDocument/2006/relationships/presProps" Target="/ppt/presProps.xml" Id="R272d08f2b1724439" /><Relationship Type="http://schemas.openxmlformats.org/officeDocument/2006/relationships/tableStyles" Target="/ppt/tableStyles.xml" Id="R395e95a0ac4f42aa" /><Relationship Type="http://schemas.openxmlformats.org/officeDocument/2006/relationships/slide" Target="/ppt/slides/slide1.xml" Id="Rd9e07e8fa1244a74" /><Relationship Type="http://schemas.openxmlformats.org/officeDocument/2006/relationships/slide" Target="/ppt/slides/slide2.xml" Id="Rbfee9d6fcb09430c" /><Relationship Type="http://schemas.openxmlformats.org/officeDocument/2006/relationships/slide" Target="/ppt/slides/slide3.xml" Id="Re6f7653339a9491d" /><Relationship Type="http://schemas.openxmlformats.org/officeDocument/2006/relationships/slide" Target="/ppt/slides/slide4.xml" Id="Rbc4cfa03c9a5411f" /><Relationship Type="http://schemas.openxmlformats.org/officeDocument/2006/relationships/slide" Target="/ppt/slides/slide5.xml" Id="Rc9a2e16242214660" /><Relationship Type="http://schemas.openxmlformats.org/officeDocument/2006/relationships/slide" Target="/ppt/slides/slide6.xml" Id="R2ff9bb1a603d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d6cdbdb8343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f641136a74b2f" /><Relationship Type="http://schemas.openxmlformats.org/officeDocument/2006/relationships/notesMaster" Target="/ppt/notesMasters/notesMaster1.xml" Id="R2bf8995e2d89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389475d3c24768" /><Relationship Type="http://schemas.openxmlformats.org/officeDocument/2006/relationships/notesMaster" Target="/ppt/notesMasters/notesMaster1.xml" Id="Rfb761af78a39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d80918e1544d9" /><Relationship Type="http://schemas.openxmlformats.org/officeDocument/2006/relationships/notesMaster" Target="/ppt/notesMasters/notesMaster1.xml" Id="R93af998c5ef1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0073254a274211" /><Relationship Type="http://schemas.openxmlformats.org/officeDocument/2006/relationships/notesMaster" Target="/ppt/notesMasters/notesMaster1.xml" Id="Refa16e41c6ed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a2660357bd40ee" /><Relationship Type="http://schemas.openxmlformats.org/officeDocument/2006/relationships/notesMaster" Target="/ppt/notesMasters/notesMaster1.xml" Id="R00f68e8a7d62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12bf53e4e942f8" /><Relationship Type="http://schemas.openxmlformats.org/officeDocument/2006/relationships/notesMaster" Target="/ppt/notesMasters/notesMaster1.xml" Id="R6c5a29c0a1eb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Москве есть родники, к которым люди приходят на прогулке или по привычному маршруту. Но понять, что происходит у конкретного источника сейчас, бывает непросто. «Московский родник» объединяет базовые данные портала открытых данных Правительства Москвы и наблюдения посетителей. На одной карте собраны двести пятьдесят восемь родников Москвы.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presentations/moskovsky-rodnik/audio/voiceover/slide-01.wav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presentations/moskovsky-rodnik/slides/slide-01.png.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Базовые данные приложение получает через интеграцию по API с порталом открытых данных Правительства Москвы. Мы используем набор «Состояние родников», который предоставляет Департамент природопользования и охраны окружающей среды города Москвы. Он охватывает двести пятьдесят восемь источников. В сохранённом снимке у шестидесяти девяти нет проб за всю доступную историю, а у восьми координаты между годами расходятся больше чем на сто метров.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presentations/moskovsky-rodnik/audio/voiceover/slide-02.wav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presentations/moskovsky-rodnik/slides/slide-02.png.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выборе родника прямо над маркером раскрывается объёмная карточка. Здесь видны результаты химических анализов, год исследования и история. Рядом находятся отметки о состоянии и фотографии. При отдалении карты конструкция складывается. Интерфейс уже работает, а демонстрационные отзывы и изображения явно подписаны как образцы.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presentations/moskovsky-rodnik/audio/voiceover/slide-03.wav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presentations/moskovsky-rodnik/slides/slide-03.png.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Посетитель может отметить, течёт ли вода, доступен ли подход и что происходит вокруг родника. К отметке можно прикрепить фотографию и комментарий. Дата и автор сохраняются вместе с наблюдением. Вход не требует отдельной регистрации, поэтому поделиться увиденным можно прямо во время прогулки.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presentations/moskovsky-rodnik/audio/voiceover/slide-04.wav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presentations/moskovsky-rodnik/slides/slide-04.png.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Официальный анализ и впечатление посетителя отвечают на разные вопросы. Поэтому приложение показывает их раздельно и сохраняет давность данных. В открытом наборе есть химические показатели, но нет микробиологических. Наблюдения не заменяют исследование воды. Образцы помечены явно и не входят в статистику реального участия жителей.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presentations/moskovsky-rodnik/audio/voiceover/slide-05.wav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presentations/moskovsky-rodnik/slides/slide-05.png.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Жители получают понятную информацию о знакомом роднике. Для городских специалистов накопленные наблюдения могут стать дополнительным материалом при планировании проверок. Следующий шаг проекта — пилот с жителями и экологами: собрать реальные сообщения, улучшить работу с противоречиями и проверить полезность этих сигналов. Рабочий прототип для такого пилота уже подготовлен.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Озвучка: presentations/moskovsky-rodnik/audio/voiceover/slide-06.wav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Сохранённый снимок от 17.04.2026 набора № 2454 «Состояние родников (за исключением микробиологических показателей качества воды)» портала открытых данных Правительства Москвы. Поставщик данных: Департамент природопользования и охраны окружающей среды города Москвы. Приложение получает базовые данные через интеграцию по API с порталом data.mos.ru</a:t>
            </a:r>
          </a:p>
          <a:p xmlns:a="http://schemas.openxmlformats.org/drawingml/2006/main">
            <a:r>
              <a:t>Портал: https://data.mos.ru/</a:t>
            </a:r>
          </a:p>
          <a:p xmlns:a="http://schemas.openxmlformats.org/drawingml/2006/main">
            <a:r>
              <a:t>Набор: https://data.mos.ru/opendata/2454</a:t>
            </a:r>
          </a:p>
          <a:p xmlns:a="http://schemas.openxmlformats.org/drawingml/2006/main">
            <a:r>
              <a:t>Реализация интеграции: server/src/sync/datamos.ts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Слайд: presentations/moskovsky-rodnik/slides/slide-06.png. Полный промпт: presentations/moskovsky-rodnik/presentation.json.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7506218fd44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e9cd94da744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2ab9a374a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69cfa9c454a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b9d27a17c4e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d1f0b68f946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ABD45-2B3B-4BD9-AC1E-C593FC262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7C8258-D520-426E-8741-DB89EB7265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FBFDB3-2255-4536-9377-C6F824A57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F83490-5B07-44FA-8838-2100579D4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E41E3A-A1C6-4D92-BA7C-93016C4920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ED9BD-42D2-4E6E-826C-28C0A211E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0320A9-3F42-48F1-845C-7C470C4A24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BBF51F-E49E-41F2-B5F9-A1C19A8F0A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C4E7A-FF05-4A0E-9ADB-962AD316D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C534D-EBE4-4F63-B4B8-F905AB2303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b6812cf66428e" /><Relationship Type="http://schemas.openxmlformats.org/officeDocument/2006/relationships/slideLayout" Target="/ppt/slideLayouts/slideLayout1.xml" Id="Rda741ca33e6a40ee" /><Relationship Type="http://schemas.openxmlformats.org/officeDocument/2006/relationships/slideLayout" Target="/ppt/slideLayouts/slideLayout2.xml" Id="R97d94ef862c14233" /><Relationship Type="http://schemas.openxmlformats.org/officeDocument/2006/relationships/slideLayout" Target="/ppt/slideLayouts/slideLayout3.xml" Id="Rc182c485c7af41ac" /><Relationship Type="http://schemas.openxmlformats.org/officeDocument/2006/relationships/slideLayout" Target="/ppt/slideLayouts/slideLayout4.xml" Id="R0807027439714b03" /><Relationship Type="http://schemas.openxmlformats.org/officeDocument/2006/relationships/slideLayout" Target="/ppt/slideLayouts/slideLayout5.xml" Id="R6eda7f17ec504a48" /><Relationship Type="http://schemas.openxmlformats.org/officeDocument/2006/relationships/slideLayout" Target="/ppt/slideLayouts/slideLayout6.xml" Id="Rd5499e909ab8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741ca33e6a40ee"/>
    <p:sldLayoutId xmlns:r="http://schemas.openxmlformats.org/officeDocument/2006/relationships" id="2147483650" r:id="R97d94ef862c14233"/>
    <p:sldLayoutId xmlns:r="http://schemas.openxmlformats.org/officeDocument/2006/relationships" id="2147483651" r:id="Rc182c485c7af41ac"/>
    <p:sldLayoutId xmlns:r="http://schemas.openxmlformats.org/officeDocument/2006/relationships" id="2147483652" r:id="R0807027439714b03"/>
    <p:sldLayoutId xmlns:r="http://schemas.openxmlformats.org/officeDocument/2006/relationships" id="2147483653" r:id="R6eda7f17ec504a48"/>
    <p:sldLayoutId xmlns:r="http://schemas.openxmlformats.org/officeDocument/2006/relationships" id="2147483654" r:id="Rd5499e909ab8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0cee2eb254319" /><Relationship Type="http://schemas.openxmlformats.org/officeDocument/2006/relationships/image" Target="/ppt/media/image.png" Id="Rb20ad807744e48f4" /><Relationship Type="http://schemas.openxmlformats.org/officeDocument/2006/relationships/notesSlide" Target="/ppt/notesSlides/notesSlide1.xml" Id="R212fb0d553b6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33bf3f7314fee" /><Relationship Type="http://schemas.openxmlformats.org/officeDocument/2006/relationships/image" Target="/ppt/media/image2.png" Id="R3d182cd54e294409" /><Relationship Type="http://schemas.openxmlformats.org/officeDocument/2006/relationships/notesSlide" Target="/ppt/notesSlides/notesSlide2.xml" Id="R4323b87234b6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27bdf03ce4d49" /><Relationship Type="http://schemas.openxmlformats.org/officeDocument/2006/relationships/image" Target="/ppt/media/image3.png" Id="Ra0c6317328c143ef" /><Relationship Type="http://schemas.openxmlformats.org/officeDocument/2006/relationships/notesSlide" Target="/ppt/notesSlides/notesSlide3.xml" Id="R3ceb3215f9d7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8c0970a16423b" /><Relationship Type="http://schemas.openxmlformats.org/officeDocument/2006/relationships/image" Target="/ppt/media/image4.png" Id="R29bbc490da414cb6" /><Relationship Type="http://schemas.openxmlformats.org/officeDocument/2006/relationships/notesSlide" Target="/ppt/notesSlides/notesSlide4.xml" Id="Re1cb62d7a08e44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286f4a6d343e4" /><Relationship Type="http://schemas.openxmlformats.org/officeDocument/2006/relationships/image" Target="/ppt/media/image5.png" Id="Rb4c9e3292b5643ca" /><Relationship Type="http://schemas.openxmlformats.org/officeDocument/2006/relationships/notesSlide" Target="/ppt/notesSlides/notesSlide5.xml" Id="R3ba9ac104b1445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b6a4cab6f4acf" /><Relationship Type="http://schemas.openxmlformats.org/officeDocument/2006/relationships/image" Target="/ppt/media/image6.png" Id="Rfd76c159ac9e4fb4" /><Relationship Type="http://schemas.openxmlformats.org/officeDocument/2006/relationships/notesSlide" Target="/ppt/notesSlides/notesSlide6.xml" Id="R929197931bd248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AA430-1FF9-4520-B7CA-D7A505546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ad807744e48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48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CE756-4902-470B-A657-3BFD7B8DD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82cd54e2944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088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7AD5D-CE60-4173-B19A-473A26A10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317328c143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3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4B396-556B-426A-8622-59DDECACE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bc490da414c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19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4C7E8-3DF3-42D3-AAEB-0B61E52C5F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9e3292b5643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088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C1EF7-BE91-497B-B612-381508AB4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6c159ac9e4f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39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2026-10-29T20:20:01.6510000Z</dcterms:created>
  <dcterms:modified xsi:type="dcterms:W3CDTF">2026-10-29T20:20:01.6510000Z</dcterms:modified>
</coreProperties>
</file>